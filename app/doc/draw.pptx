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66" d="100"/>
          <a:sy n="66" d="100"/>
        </p:scale>
        <p:origin x="76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2C43E-EA8D-8022-31F9-8B3DD017D0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FB1B6-D616-B509-8026-EC7A402A2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EC18C-B0B7-CE14-CE18-3CD6B3733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E3EC-3A27-4881-A628-4F27DC68B2CC}" type="datetimeFigureOut">
              <a:rPr lang="th-TH" smtClean="0"/>
              <a:t>29/12/68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5816A-EA3A-5134-7727-76F1AF0D3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CA0B0-E723-20C3-F447-ADAF1F2B5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7B38-F69D-4919-981A-D616028521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09319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3CEC8-2A63-0FC1-584C-A31695EFD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C5825-DAD6-D0D1-AA30-D0F566F09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F7566-F242-DA2A-05AB-F9902CD5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E3EC-3A27-4881-A628-4F27DC68B2CC}" type="datetimeFigureOut">
              <a:rPr lang="th-TH" smtClean="0"/>
              <a:t>29/12/68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83847-185C-CF18-004C-7FAF07071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6FBF7-42B8-0073-C81D-C71A3DE60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7B38-F69D-4919-981A-D616028521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6252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193AE-5541-E211-7F3F-7ACE872F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1E25C-A621-CEF6-97A6-2BDFFD329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AEE6E-B49C-6A38-1283-8CECEA9A7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E3EC-3A27-4881-A628-4F27DC68B2CC}" type="datetimeFigureOut">
              <a:rPr lang="th-TH" smtClean="0"/>
              <a:t>29/12/68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40439-8829-5017-4513-A6FC30E0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89C36-0F5A-D2FF-4DA1-79F973FEF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7B38-F69D-4919-981A-D616028521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70693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21032-7DE5-BD9A-C693-1334CC08B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E6131-0343-90F9-812A-268F1BF96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669B6-C697-D82D-BADA-33C400E70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4C7A2-075C-2AD1-F7B1-F56774772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E3EC-3A27-4881-A628-4F27DC68B2CC}" type="datetimeFigureOut">
              <a:rPr lang="th-TH" smtClean="0"/>
              <a:t>29/12/68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852CC-0651-BFD2-9F43-53D8DCBDA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137B7-D136-A05C-7406-CC1C34DB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7B38-F69D-4919-981A-D616028521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4945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EC4C3-7085-5B27-83FE-8AFE00D42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272E3-201F-9774-F033-23BCA6ADD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68D8D-8683-32E9-77EB-40A66C678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8138E-09D4-4873-A0AF-11CEAE0F9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C54063-E210-9265-3ECC-478690A9B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CC979A-8A1B-4709-918B-5F6FC2184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E3EC-3A27-4881-A628-4F27DC68B2CC}" type="datetimeFigureOut">
              <a:rPr lang="th-TH" smtClean="0"/>
              <a:t>29/12/68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25231C-0662-69FA-17AF-17553B4E1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4B92EE-6495-E446-B415-02E53231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7B38-F69D-4919-981A-D616028521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36283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44F0E-9191-1213-CFE6-7677716F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5A4320-1DD1-79EB-EA8B-5E37A0EA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E3EC-3A27-4881-A628-4F27DC68B2CC}" type="datetimeFigureOut">
              <a:rPr lang="th-TH" smtClean="0"/>
              <a:t>29/12/68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EF3CA-00D8-E44C-A44E-2E436322E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A900C-10E4-C17C-AF6F-F44B5ACF0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7B38-F69D-4919-981A-D616028521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7795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255362-3EC8-E2B1-CE7B-DDF3BCD7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E3EC-3A27-4881-A628-4F27DC68B2CC}" type="datetimeFigureOut">
              <a:rPr lang="th-TH" smtClean="0"/>
              <a:t>29/12/68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4587DC-FAA4-04E4-9BA9-5095482A8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21318-0E52-B281-740E-8605FBF67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7B38-F69D-4919-981A-D616028521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08608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E5E2-B0F6-C4D1-9850-1128DF4B3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94AE7-E908-65A8-E289-702C0E445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24FD5-4BE2-B022-6F3D-DBA669D4B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33622-BD95-6427-F7CC-AA6D08F46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E3EC-3A27-4881-A628-4F27DC68B2CC}" type="datetimeFigureOut">
              <a:rPr lang="th-TH" smtClean="0"/>
              <a:t>29/12/68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F6D5D-F0C4-09C4-6B72-DBAB28EFE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866BD-EDDF-6488-8B8A-49C7D50B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7B38-F69D-4919-981A-D616028521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91066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A8558-B290-987B-C478-7D915B5B8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471AE6-2A23-8DE3-6257-E81B18EFB8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55BFF-D9A9-1456-0957-082189EEE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D4975-65AB-3AF4-C2A8-C9CB20951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E3EC-3A27-4881-A628-4F27DC68B2CC}" type="datetimeFigureOut">
              <a:rPr lang="th-TH" smtClean="0"/>
              <a:t>29/12/68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DCBEC-1A98-3E91-CCB3-85A3328D4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C3B3E-442F-E3AE-472A-7B5B3E8CF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7B38-F69D-4919-981A-D616028521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9104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4DC9B-36EF-694A-5D4E-01C15DEC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463C45-00FD-AD04-784E-F50ED555F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15666-877D-8DAC-6CD0-455CB9F33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E3EC-3A27-4881-A628-4F27DC68B2CC}" type="datetimeFigureOut">
              <a:rPr lang="th-TH" smtClean="0"/>
              <a:t>29/12/68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7A76D-9D27-5936-4013-4A53AA1A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DFA7-55B6-F679-5E8A-E09FD0A1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7B38-F69D-4919-981A-D616028521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8225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64A7FB-644A-267B-2524-0A79420EF9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BF52C-19AB-A508-9FB1-F3EFD7A70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59B98-02E4-EDFC-704B-7E61CD5D7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E3EC-3A27-4881-A628-4F27DC68B2CC}" type="datetimeFigureOut">
              <a:rPr lang="th-TH" smtClean="0"/>
              <a:t>29/12/68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720D3-6DDD-35E3-2285-91BDD134B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9078D-E8AD-BA8E-7A6E-E7F089B83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7B38-F69D-4919-981A-D616028521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41135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47746E-F5AA-CF2E-92D4-1A52C773F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E5842-881B-E0BA-4E4F-6B027D5E5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4AC00-B178-D0DB-9E30-0D3ECE5475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1E3EC-3A27-4881-A628-4F27DC68B2CC}" type="datetimeFigureOut">
              <a:rPr lang="th-TH" smtClean="0"/>
              <a:t>29/12/68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B7D24-EEC0-4B88-3CD6-A78A601B3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719C2-7DB0-D6E7-4FDF-82273E06D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17B38-F69D-4919-981A-D616028521C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8641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20AD53-44AB-5742-FCDA-1EB1F0B25EA3}"/>
              </a:ext>
            </a:extLst>
          </p:cNvPr>
          <p:cNvSpPr/>
          <p:nvPr/>
        </p:nvSpPr>
        <p:spPr>
          <a:xfrm>
            <a:off x="1966687" y="2716825"/>
            <a:ext cx="580569" cy="99785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5F94A4-D08C-3FEB-1F14-9D4AFCEC6ECE}"/>
              </a:ext>
            </a:extLst>
          </p:cNvPr>
          <p:cNvSpPr/>
          <p:nvPr/>
        </p:nvSpPr>
        <p:spPr>
          <a:xfrm flipH="1">
            <a:off x="6821715" y="2587171"/>
            <a:ext cx="435426" cy="99785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8082DB-A0CC-814A-4096-E622BA025392}"/>
              </a:ext>
            </a:extLst>
          </p:cNvPr>
          <p:cNvSpPr/>
          <p:nvPr/>
        </p:nvSpPr>
        <p:spPr>
          <a:xfrm flipH="1">
            <a:off x="8273145" y="2162629"/>
            <a:ext cx="435426" cy="185782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2ABC77-4B0E-80E2-9160-08175CB2A232}"/>
              </a:ext>
            </a:extLst>
          </p:cNvPr>
          <p:cNvSpPr/>
          <p:nvPr/>
        </p:nvSpPr>
        <p:spPr>
          <a:xfrm flipH="1">
            <a:off x="9724575" y="1828800"/>
            <a:ext cx="435426" cy="63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highlight>
                <a:srgbClr val="FF00FF"/>
              </a:highligh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DE614-927F-198D-FCFB-EB0AFC440CF5}"/>
              </a:ext>
            </a:extLst>
          </p:cNvPr>
          <p:cNvSpPr/>
          <p:nvPr/>
        </p:nvSpPr>
        <p:spPr>
          <a:xfrm flipH="1">
            <a:off x="9724575" y="2766785"/>
            <a:ext cx="435426" cy="63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highlight>
                <a:srgbClr val="FF00FF"/>
              </a:highligh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486CFA-C499-06E4-09A6-7F4ECD035D83}"/>
              </a:ext>
            </a:extLst>
          </p:cNvPr>
          <p:cNvSpPr/>
          <p:nvPr/>
        </p:nvSpPr>
        <p:spPr>
          <a:xfrm flipH="1">
            <a:off x="9724574" y="3670297"/>
            <a:ext cx="435426" cy="63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highlight>
                <a:srgbClr val="FF00FF"/>
              </a:highlight>
            </a:endParaRPr>
          </a:p>
        </p:txBody>
      </p:sp>
      <p:sp>
        <p:nvSpPr>
          <p:cNvPr id="10" name="Explosion: 14 Points 9">
            <a:extLst>
              <a:ext uri="{FF2B5EF4-FFF2-40B4-BE49-F238E27FC236}">
                <a16:creationId xmlns:a16="http://schemas.microsoft.com/office/drawing/2014/main" id="{16E60E4F-AC59-7704-B7B9-8F22CC07C223}"/>
              </a:ext>
            </a:extLst>
          </p:cNvPr>
          <p:cNvSpPr/>
          <p:nvPr/>
        </p:nvSpPr>
        <p:spPr>
          <a:xfrm>
            <a:off x="4151086" y="2670628"/>
            <a:ext cx="914400" cy="914400"/>
          </a:xfrm>
          <a:prstGeom prst="irregularSeal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627DA68-4DCD-36B3-AB0A-2E828D43A88B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2547256" y="3215754"/>
            <a:ext cx="1603830" cy="0"/>
          </a:xfrm>
          <a:prstGeom prst="straightConnector1">
            <a:avLst/>
          </a:prstGeom>
          <a:ln w="53975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3462BC0-5FAE-452B-AC96-CFDEF0865FD8}"/>
              </a:ext>
            </a:extLst>
          </p:cNvPr>
          <p:cNvCxnSpPr>
            <a:cxnSpLocks/>
            <a:stCxn id="10" idx="3"/>
            <a:endCxn id="5" idx="3"/>
          </p:cNvCxnSpPr>
          <p:nvPr/>
        </p:nvCxnSpPr>
        <p:spPr>
          <a:xfrm>
            <a:off x="5065486" y="2951933"/>
            <a:ext cx="1756229" cy="134167"/>
          </a:xfrm>
          <a:prstGeom prst="straightConnector1">
            <a:avLst/>
          </a:prstGeom>
          <a:ln w="53975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3259634-D7CD-FC4B-D377-BA087BB2681E}"/>
              </a:ext>
            </a:extLst>
          </p:cNvPr>
          <p:cNvCxnSpPr>
            <a:cxnSpLocks/>
            <a:stCxn id="6" idx="1"/>
            <a:endCxn id="8" idx="3"/>
          </p:cNvCxnSpPr>
          <p:nvPr/>
        </p:nvCxnSpPr>
        <p:spPr>
          <a:xfrm flipV="1">
            <a:off x="8708571" y="3086099"/>
            <a:ext cx="1016004" cy="5445"/>
          </a:xfrm>
          <a:prstGeom prst="straightConnector1">
            <a:avLst/>
          </a:prstGeom>
          <a:ln w="53975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65730F-668E-009C-2A9B-7BCAF3A17CE9}"/>
              </a:ext>
            </a:extLst>
          </p:cNvPr>
          <p:cNvCxnSpPr>
            <a:cxnSpLocks/>
            <a:stCxn id="6" idx="1"/>
            <a:endCxn id="9" idx="3"/>
          </p:cNvCxnSpPr>
          <p:nvPr/>
        </p:nvCxnSpPr>
        <p:spPr>
          <a:xfrm>
            <a:off x="8708571" y="3091544"/>
            <a:ext cx="1016003" cy="898067"/>
          </a:xfrm>
          <a:prstGeom prst="straightConnector1">
            <a:avLst/>
          </a:prstGeom>
          <a:ln w="53975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520CDFB-8542-FA55-3C0E-DCA92E4A6F8D}"/>
              </a:ext>
            </a:extLst>
          </p:cNvPr>
          <p:cNvCxnSpPr>
            <a:cxnSpLocks/>
            <a:stCxn id="6" idx="1"/>
            <a:endCxn id="7" idx="3"/>
          </p:cNvCxnSpPr>
          <p:nvPr/>
        </p:nvCxnSpPr>
        <p:spPr>
          <a:xfrm flipV="1">
            <a:off x="8708571" y="2148114"/>
            <a:ext cx="1016004" cy="943430"/>
          </a:xfrm>
          <a:prstGeom prst="straightConnector1">
            <a:avLst/>
          </a:prstGeom>
          <a:ln w="53975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A1D5EFA-776C-4231-AF87-8AFBFC3C4B89}"/>
              </a:ext>
            </a:extLst>
          </p:cNvPr>
          <p:cNvSpPr txBox="1"/>
          <p:nvPr/>
        </p:nvSpPr>
        <p:spPr>
          <a:xfrm>
            <a:off x="1664661" y="2148115"/>
            <a:ext cx="12795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FE.Stub</a:t>
            </a:r>
            <a:endParaRPr lang="th-TH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0EFA1B-E0E7-D153-DD53-E60EE85F2469}"/>
              </a:ext>
            </a:extLst>
          </p:cNvPr>
          <p:cNvSpPr txBox="1"/>
          <p:nvPr/>
        </p:nvSpPr>
        <p:spPr>
          <a:xfrm>
            <a:off x="6409121" y="1828800"/>
            <a:ext cx="1309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BE.Stub</a:t>
            </a:r>
            <a:endParaRPr lang="th-TH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F29CAE-527E-A627-0CCE-8227D5CED012}"/>
              </a:ext>
            </a:extLst>
          </p:cNvPr>
          <p:cNvSpPr txBox="1"/>
          <p:nvPr/>
        </p:nvSpPr>
        <p:spPr>
          <a:xfrm>
            <a:off x="4015976" y="3801768"/>
            <a:ext cx="1400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</a:t>
            </a:r>
            <a:endParaRPr lang="th-TH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3055F2-78AF-3AD2-BF3B-5EDEAB3FF897}"/>
              </a:ext>
            </a:extLst>
          </p:cNvPr>
          <p:cNvSpPr txBox="1"/>
          <p:nvPr/>
        </p:nvSpPr>
        <p:spPr>
          <a:xfrm>
            <a:off x="7595459" y="4170425"/>
            <a:ext cx="13553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PlatformManager</a:t>
            </a:r>
            <a:r>
              <a:rPr lang="en-US" sz="1200" dirty="0"/>
              <a:t>?</a:t>
            </a:r>
            <a:endParaRPr lang="th-TH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3F8EBD-7750-F0ED-3B0A-FBE093A6AE95}"/>
              </a:ext>
            </a:extLst>
          </p:cNvPr>
          <p:cNvSpPr txBox="1"/>
          <p:nvPr/>
        </p:nvSpPr>
        <p:spPr>
          <a:xfrm>
            <a:off x="10225313" y="3895595"/>
            <a:ext cx="758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facebook</a:t>
            </a:r>
            <a:endParaRPr lang="th-TH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33CFAF-6D2A-AA2C-9340-F259B0542969}"/>
              </a:ext>
            </a:extLst>
          </p:cNvPr>
          <p:cNvSpPr txBox="1"/>
          <p:nvPr/>
        </p:nvSpPr>
        <p:spPr>
          <a:xfrm>
            <a:off x="10225313" y="1951910"/>
            <a:ext cx="702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youtube</a:t>
            </a:r>
            <a:endParaRPr lang="th-TH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5D9164-47F3-A7FE-133F-A36CB7E377D3}"/>
              </a:ext>
            </a:extLst>
          </p:cNvPr>
          <p:cNvSpPr txBox="1"/>
          <p:nvPr/>
        </p:nvSpPr>
        <p:spPr>
          <a:xfrm>
            <a:off x="10225313" y="2938754"/>
            <a:ext cx="5430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tiktok</a:t>
            </a:r>
            <a:endParaRPr lang="th-TH" sz="12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67A90F3-B894-3006-B52A-4259FAF5C6E8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>
            <a:off x="7257141" y="3086100"/>
            <a:ext cx="1016004" cy="5444"/>
          </a:xfrm>
          <a:prstGeom prst="straightConnector1">
            <a:avLst/>
          </a:prstGeom>
          <a:ln w="53975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324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12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1</cp:revision>
  <dcterms:created xsi:type="dcterms:W3CDTF">2025-12-29T09:18:16Z</dcterms:created>
  <dcterms:modified xsi:type="dcterms:W3CDTF">2025-12-29T10:59:50Z</dcterms:modified>
</cp:coreProperties>
</file>